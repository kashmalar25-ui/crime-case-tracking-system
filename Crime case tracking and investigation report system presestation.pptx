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efc2f575c2df7c43" providerId="LiveId" clId="{04A2B168-EABA-439F-960A-3B79C8B38169}"/>
    <pc:docChg chg="custSel modSld">
      <pc:chgData name="" userId="efc2f575c2df7c43" providerId="LiveId" clId="{04A2B168-EABA-439F-960A-3B79C8B38169}" dt="2026-06-02T06:31:29.235" v="356" actId="1076"/>
      <pc:docMkLst>
        <pc:docMk/>
      </pc:docMkLst>
      <pc:sldChg chg="modSp">
        <pc:chgData name="" userId="efc2f575c2df7c43" providerId="LiveId" clId="{04A2B168-EABA-439F-960A-3B79C8B38169}" dt="2026-06-02T06:31:29.235" v="356" actId="1076"/>
        <pc:sldMkLst>
          <pc:docMk/>
          <pc:sldMk cId="0" sldId="257"/>
        </pc:sldMkLst>
        <pc:spChg chg="mod">
          <ac:chgData name="" userId="efc2f575c2df7c43" providerId="LiveId" clId="{04A2B168-EABA-439F-960A-3B79C8B38169}" dt="2026-06-02T06:31:04.358" v="349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" userId="efc2f575c2df7c43" providerId="LiveId" clId="{04A2B168-EABA-439F-960A-3B79C8B38169}" dt="2026-06-02T06:31:29.235" v="356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" userId="efc2f575c2df7c43" providerId="LiveId" clId="{04A2B168-EABA-439F-960A-3B79C8B38169}" dt="2026-06-02T06:31:21.039" v="353" actId="14100"/>
          <ac:spMkLst>
            <pc:docMk/>
            <pc:sldMk cId="0" sldId="257"/>
            <ac:spMk id="29" creationId="{00000000-0000-0000-0000-000000000000}"/>
          </ac:spMkLst>
        </pc:spChg>
        <pc:spChg chg="mod">
          <ac:chgData name="" userId="efc2f575c2df7c43" providerId="LiveId" clId="{04A2B168-EABA-439F-960A-3B79C8B38169}" dt="2026-06-02T06:31:24.639" v="355" actId="14100"/>
          <ac:spMkLst>
            <pc:docMk/>
            <pc:sldMk cId="0" sldId="257"/>
            <ac:spMk id="34" creationId="{00000000-0000-0000-0000-000000000000}"/>
          </ac:spMkLst>
        </pc:spChg>
      </pc:sldChg>
      <pc:sldChg chg="addSp delSp modSp">
        <pc:chgData name="" userId="efc2f575c2df7c43" providerId="LiveId" clId="{04A2B168-EABA-439F-960A-3B79C8B38169}" dt="2026-06-02T06:28:16.103" v="348" actId="1076"/>
        <pc:sldMkLst>
          <pc:docMk/>
          <pc:sldMk cId="0" sldId="263"/>
        </pc:sldMkLst>
        <pc:spChg chg="del mod">
          <ac:chgData name="" userId="efc2f575c2df7c43" providerId="LiveId" clId="{04A2B168-EABA-439F-960A-3B79C8B38169}" dt="2026-06-02T06:25:11.837" v="35"/>
          <ac:spMkLst>
            <pc:docMk/>
            <pc:sldMk cId="0" sldId="263"/>
            <ac:spMk id="4" creationId="{00000000-0000-0000-0000-000000000000}"/>
          </ac:spMkLst>
        </pc:spChg>
        <pc:spChg chg="mod">
          <ac:chgData name="" userId="efc2f575c2df7c43" providerId="LiveId" clId="{04A2B168-EABA-439F-960A-3B79C8B38169}" dt="2026-06-02T06:25:26.606" v="48" actId="20577"/>
          <ac:spMkLst>
            <pc:docMk/>
            <pc:sldMk cId="0" sldId="263"/>
            <ac:spMk id="5" creationId="{00000000-0000-0000-0000-000000000000}"/>
          </ac:spMkLst>
        </pc:spChg>
        <pc:spChg chg="del mod">
          <ac:chgData name="" userId="efc2f575c2df7c43" providerId="LiveId" clId="{04A2B168-EABA-439F-960A-3B79C8B38169}" dt="2026-06-02T06:25:22.770" v="38"/>
          <ac:spMkLst>
            <pc:docMk/>
            <pc:sldMk cId="0" sldId="263"/>
            <ac:spMk id="6" creationId="{00000000-0000-0000-0000-000000000000}"/>
          </ac:spMkLst>
        </pc:spChg>
        <pc:spChg chg="del mod">
          <ac:chgData name="" userId="efc2f575c2df7c43" providerId="LiveId" clId="{04A2B168-EABA-439F-960A-3B79C8B38169}" dt="2026-06-02T06:25:15.234" v="36"/>
          <ac:spMkLst>
            <pc:docMk/>
            <pc:sldMk cId="0" sldId="263"/>
            <ac:spMk id="7" creationId="{00000000-0000-0000-0000-000000000000}"/>
          </ac:spMkLst>
        </pc:spChg>
        <pc:spChg chg="del mod">
          <ac:chgData name="" userId="efc2f575c2df7c43" providerId="LiveId" clId="{04A2B168-EABA-439F-960A-3B79C8B38169}" dt="2026-06-02T06:25:35.231" v="53"/>
          <ac:spMkLst>
            <pc:docMk/>
            <pc:sldMk cId="0" sldId="263"/>
            <ac:spMk id="8" creationId="{00000000-0000-0000-0000-000000000000}"/>
          </ac:spMkLst>
        </pc:spChg>
        <pc:spChg chg="del mod">
          <ac:chgData name="" userId="efc2f575c2df7c43" providerId="LiveId" clId="{04A2B168-EABA-439F-960A-3B79C8B38169}" dt="2026-06-02T06:25:45.695" v="55"/>
          <ac:spMkLst>
            <pc:docMk/>
            <pc:sldMk cId="0" sldId="263"/>
            <ac:spMk id="9" creationId="{00000000-0000-0000-0000-000000000000}"/>
          </ac:spMkLst>
        </pc:spChg>
        <pc:spChg chg="del mod">
          <ac:chgData name="" userId="efc2f575c2df7c43" providerId="LiveId" clId="{04A2B168-EABA-439F-960A-3B79C8B38169}" dt="2026-06-02T06:25:51.526" v="57"/>
          <ac:spMkLst>
            <pc:docMk/>
            <pc:sldMk cId="0" sldId="263"/>
            <ac:spMk id="10" creationId="{00000000-0000-0000-0000-000000000000}"/>
          </ac:spMkLst>
        </pc:spChg>
        <pc:spChg chg="del">
          <ac:chgData name="" userId="efc2f575c2df7c43" providerId="LiveId" clId="{04A2B168-EABA-439F-960A-3B79C8B38169}" dt="2026-06-02T06:25:42.018" v="54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" userId="efc2f575c2df7c43" providerId="LiveId" clId="{04A2B168-EABA-439F-960A-3B79C8B38169}" dt="2026-06-02T06:24:00.739" v="5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" userId="efc2f575c2df7c43" providerId="LiveId" clId="{04A2B168-EABA-439F-960A-3B79C8B38169}" dt="2026-06-02T06:24:00.739" v="5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" userId="efc2f575c2df7c43" providerId="LiveId" clId="{04A2B168-EABA-439F-960A-3B79C8B38169}" dt="2026-06-02T06:24:00.739" v="5" actId="478"/>
          <ac:spMkLst>
            <pc:docMk/>
            <pc:sldMk cId="0" sldId="263"/>
            <ac:spMk id="14" creationId="{00000000-0000-0000-0000-000000000000}"/>
          </ac:spMkLst>
        </pc:spChg>
        <pc:spChg chg="del mod">
          <ac:chgData name="" userId="efc2f575c2df7c43" providerId="LiveId" clId="{04A2B168-EABA-439F-960A-3B79C8B38169}" dt="2026-06-02T06:26:13.922" v="67"/>
          <ac:spMkLst>
            <pc:docMk/>
            <pc:sldMk cId="0" sldId="263"/>
            <ac:spMk id="15" creationId="{00000000-0000-0000-0000-000000000000}"/>
          </ac:spMkLst>
        </pc:spChg>
        <pc:spChg chg="del mod">
          <ac:chgData name="" userId="efc2f575c2df7c43" providerId="LiveId" clId="{04A2B168-EABA-439F-960A-3B79C8B38169}" dt="2026-06-02T06:26:05.762" v="63"/>
          <ac:spMkLst>
            <pc:docMk/>
            <pc:sldMk cId="0" sldId="263"/>
            <ac:spMk id="16" creationId="{00000000-0000-0000-0000-000000000000}"/>
          </ac:spMkLst>
        </pc:spChg>
        <pc:spChg chg="del mod">
          <ac:chgData name="" userId="efc2f575c2df7c43" providerId="LiveId" clId="{04A2B168-EABA-439F-960A-3B79C8B38169}" dt="2026-06-02T06:26:10.300" v="65"/>
          <ac:spMkLst>
            <pc:docMk/>
            <pc:sldMk cId="0" sldId="263"/>
            <ac:spMk id="17" creationId="{00000000-0000-0000-0000-000000000000}"/>
          </ac:spMkLst>
        </pc:spChg>
        <pc:spChg chg="del mod">
          <ac:chgData name="" userId="efc2f575c2df7c43" providerId="LiveId" clId="{04A2B168-EABA-439F-960A-3B79C8B38169}" dt="2026-06-02T06:25:00.899" v="31"/>
          <ac:spMkLst>
            <pc:docMk/>
            <pc:sldMk cId="0" sldId="263"/>
            <ac:spMk id="18" creationId="{00000000-0000-0000-0000-000000000000}"/>
          </ac:spMkLst>
        </pc:spChg>
        <pc:spChg chg="del">
          <ac:chgData name="" userId="efc2f575c2df7c43" providerId="LiveId" clId="{04A2B168-EABA-439F-960A-3B79C8B38169}" dt="2026-06-02T06:24:00.739" v="5" actId="478"/>
          <ac:spMkLst>
            <pc:docMk/>
            <pc:sldMk cId="0" sldId="263"/>
            <ac:spMk id="19" creationId="{00000000-0000-0000-0000-000000000000}"/>
          </ac:spMkLst>
        </pc:spChg>
        <pc:spChg chg="del">
          <ac:chgData name="" userId="efc2f575c2df7c43" providerId="LiveId" clId="{04A2B168-EABA-439F-960A-3B79C8B38169}" dt="2026-06-02T06:24:00.739" v="5" actId="478"/>
          <ac:spMkLst>
            <pc:docMk/>
            <pc:sldMk cId="0" sldId="263"/>
            <ac:spMk id="20" creationId="{00000000-0000-0000-0000-000000000000}"/>
          </ac:spMkLst>
        </pc:spChg>
        <pc:spChg chg="del">
          <ac:chgData name="" userId="efc2f575c2df7c43" providerId="LiveId" clId="{04A2B168-EABA-439F-960A-3B79C8B38169}" dt="2026-06-02T06:24:56.761" v="29"/>
          <ac:spMkLst>
            <pc:docMk/>
            <pc:sldMk cId="0" sldId="263"/>
            <ac:spMk id="21" creationId="{00000000-0000-0000-0000-000000000000}"/>
          </ac:spMkLst>
        </pc:spChg>
        <pc:spChg chg="del mod">
          <ac:chgData name="" userId="efc2f575c2df7c43" providerId="LiveId" clId="{04A2B168-EABA-439F-960A-3B79C8B38169}" dt="2026-06-02T06:23:53.774" v="2" actId="478"/>
          <ac:spMkLst>
            <pc:docMk/>
            <pc:sldMk cId="0" sldId="263"/>
            <ac:spMk id="22" creationId="{00000000-0000-0000-0000-000000000000}"/>
          </ac:spMkLst>
        </pc:spChg>
        <pc:spChg chg="del">
          <ac:chgData name="" userId="efc2f575c2df7c43" providerId="LiveId" clId="{04A2B168-EABA-439F-960A-3B79C8B38169}" dt="2026-06-02T06:23:52.542" v="0" actId="478"/>
          <ac:spMkLst>
            <pc:docMk/>
            <pc:sldMk cId="0" sldId="263"/>
            <ac:spMk id="23" creationId="{00000000-0000-0000-0000-000000000000}"/>
          </ac:spMkLst>
        </pc:spChg>
        <pc:spChg chg="del">
          <ac:chgData name="" userId="efc2f575c2df7c43" providerId="LiveId" clId="{04A2B168-EABA-439F-960A-3B79C8B38169}" dt="2026-06-02T06:24:25.019" v="15" actId="478"/>
          <ac:spMkLst>
            <pc:docMk/>
            <pc:sldMk cId="0" sldId="263"/>
            <ac:spMk id="24" creationId="{00000000-0000-0000-0000-000000000000}"/>
          </ac:spMkLst>
        </pc:spChg>
        <pc:spChg chg="del mod">
          <ac:chgData name="" userId="efc2f575c2df7c43" providerId="LiveId" clId="{04A2B168-EABA-439F-960A-3B79C8B38169}" dt="2026-06-02T06:24:25.019" v="15" actId="478"/>
          <ac:spMkLst>
            <pc:docMk/>
            <pc:sldMk cId="0" sldId="263"/>
            <ac:spMk id="25" creationId="{00000000-0000-0000-0000-000000000000}"/>
          </ac:spMkLst>
        </pc:spChg>
        <pc:spChg chg="del mod">
          <ac:chgData name="" userId="efc2f575c2df7c43" providerId="LiveId" clId="{04A2B168-EABA-439F-960A-3B79C8B38169}" dt="2026-06-02T06:26:21.613" v="71"/>
          <ac:spMkLst>
            <pc:docMk/>
            <pc:sldMk cId="0" sldId="263"/>
            <ac:spMk id="26" creationId="{00000000-0000-0000-0000-000000000000}"/>
          </ac:spMkLst>
        </pc:spChg>
        <pc:spChg chg="mod">
          <ac:chgData name="" userId="efc2f575c2df7c43" providerId="LiveId" clId="{04A2B168-EABA-439F-960A-3B79C8B38169}" dt="2026-06-02T06:27:26.710" v="218" actId="20577"/>
          <ac:spMkLst>
            <pc:docMk/>
            <pc:sldMk cId="0" sldId="263"/>
            <ac:spMk id="27" creationId="{00000000-0000-0000-0000-000000000000}"/>
          </ac:spMkLst>
        </pc:spChg>
        <pc:spChg chg="del mod">
          <ac:chgData name="" userId="efc2f575c2df7c43" providerId="LiveId" clId="{04A2B168-EABA-439F-960A-3B79C8B38169}" dt="2026-06-02T06:26:25.802" v="73"/>
          <ac:spMkLst>
            <pc:docMk/>
            <pc:sldMk cId="0" sldId="263"/>
            <ac:spMk id="28" creationId="{00000000-0000-0000-0000-000000000000}"/>
          </ac:spMkLst>
        </pc:spChg>
        <pc:spChg chg="mod">
          <ac:chgData name="" userId="efc2f575c2df7c43" providerId="LiveId" clId="{04A2B168-EABA-439F-960A-3B79C8B38169}" dt="2026-06-02T06:27:13.352" v="195" actId="20577"/>
          <ac:spMkLst>
            <pc:docMk/>
            <pc:sldMk cId="0" sldId="263"/>
            <ac:spMk id="29" creationId="{00000000-0000-0000-0000-000000000000}"/>
          </ac:spMkLst>
        </pc:spChg>
        <pc:spChg chg="del mod">
          <ac:chgData name="" userId="efc2f575c2df7c43" providerId="LiveId" clId="{04A2B168-EABA-439F-960A-3B79C8B38169}" dt="2026-06-02T06:26:18.142" v="69"/>
          <ac:spMkLst>
            <pc:docMk/>
            <pc:sldMk cId="0" sldId="263"/>
            <ac:spMk id="30" creationId="{00000000-0000-0000-0000-000000000000}"/>
          </ac:spMkLst>
        </pc:spChg>
        <pc:spChg chg="mod">
          <ac:chgData name="" userId="efc2f575c2df7c43" providerId="LiveId" clId="{04A2B168-EABA-439F-960A-3B79C8B38169}" dt="2026-06-02T06:27:18.901" v="208" actId="20577"/>
          <ac:spMkLst>
            <pc:docMk/>
            <pc:sldMk cId="0" sldId="263"/>
            <ac:spMk id="31" creationId="{00000000-0000-0000-0000-000000000000}"/>
          </ac:spMkLst>
        </pc:spChg>
        <pc:spChg chg="del mod">
          <ac:chgData name="" userId="efc2f575c2df7c43" providerId="LiveId" clId="{04A2B168-EABA-439F-960A-3B79C8B38169}" dt="2026-06-02T06:26:30.066" v="75"/>
          <ac:spMkLst>
            <pc:docMk/>
            <pc:sldMk cId="0" sldId="263"/>
            <ac:spMk id="32" creationId="{00000000-0000-0000-0000-000000000000}"/>
          </ac:spMkLst>
        </pc:spChg>
        <pc:spChg chg="mod">
          <ac:chgData name="" userId="efc2f575c2df7c43" providerId="LiveId" clId="{04A2B168-EABA-439F-960A-3B79C8B38169}" dt="2026-06-02T06:27:06.343" v="133" actId="20577"/>
          <ac:spMkLst>
            <pc:docMk/>
            <pc:sldMk cId="0" sldId="263"/>
            <ac:spMk id="33" creationId="{00000000-0000-0000-0000-000000000000}"/>
          </ac:spMkLst>
        </pc:spChg>
        <pc:spChg chg="del mod">
          <ac:chgData name="" userId="efc2f575c2df7c43" providerId="LiveId" clId="{04A2B168-EABA-439F-960A-3B79C8B38169}" dt="2026-06-02T06:26:39.984" v="79"/>
          <ac:spMkLst>
            <pc:docMk/>
            <pc:sldMk cId="0" sldId="263"/>
            <ac:spMk id="34" creationId="{00000000-0000-0000-0000-000000000000}"/>
          </ac:spMkLst>
        </pc:spChg>
        <pc:spChg chg="del mod">
          <ac:chgData name="" userId="efc2f575c2df7c43" providerId="LiveId" clId="{04A2B168-EABA-439F-960A-3B79C8B38169}" dt="2026-06-02T06:26:02.054" v="61"/>
          <ac:spMkLst>
            <pc:docMk/>
            <pc:sldMk cId="0" sldId="263"/>
            <ac:spMk id="35" creationId="{00000000-0000-0000-0000-000000000000}"/>
          </ac:spMkLst>
        </pc:spChg>
        <pc:spChg chg="del">
          <ac:chgData name="" userId="efc2f575c2df7c43" providerId="LiveId" clId="{04A2B168-EABA-439F-960A-3B79C8B38169}" dt="2026-06-02T06:24:25.019" v="15" actId="478"/>
          <ac:spMkLst>
            <pc:docMk/>
            <pc:sldMk cId="0" sldId="263"/>
            <ac:spMk id="36" creationId="{00000000-0000-0000-0000-000000000000}"/>
          </ac:spMkLst>
        </pc:spChg>
        <pc:spChg chg="del mod">
          <ac:chgData name="" userId="efc2f575c2df7c43" providerId="LiveId" clId="{04A2B168-EABA-439F-960A-3B79C8B38169}" dt="2026-06-02T06:26:34.475" v="77"/>
          <ac:spMkLst>
            <pc:docMk/>
            <pc:sldMk cId="0" sldId="263"/>
            <ac:spMk id="37" creationId="{00000000-0000-0000-0000-000000000000}"/>
          </ac:spMkLst>
        </pc:spChg>
        <pc:spChg chg="del mod">
          <ac:chgData name="" userId="efc2f575c2df7c43" providerId="LiveId" clId="{04A2B168-EABA-439F-960A-3B79C8B38169}" dt="2026-06-02T06:25:58.887" v="59"/>
          <ac:spMkLst>
            <pc:docMk/>
            <pc:sldMk cId="0" sldId="263"/>
            <ac:spMk id="38" creationId="{00000000-0000-0000-0000-000000000000}"/>
          </ac:spMkLst>
        </pc:spChg>
        <pc:spChg chg="del mod">
          <ac:chgData name="" userId="efc2f575c2df7c43" providerId="LiveId" clId="{04A2B168-EABA-439F-960A-3B79C8B38169}" dt="2026-06-02T06:24:28.563" v="17" actId="478"/>
          <ac:spMkLst>
            <pc:docMk/>
            <pc:sldMk cId="0" sldId="263"/>
            <ac:spMk id="39" creationId="{00000000-0000-0000-0000-000000000000}"/>
          </ac:spMkLst>
        </pc:spChg>
        <pc:spChg chg="del">
          <ac:chgData name="" userId="efc2f575c2df7c43" providerId="LiveId" clId="{04A2B168-EABA-439F-960A-3B79C8B38169}" dt="2026-06-02T06:24:25.019" v="15" actId="478"/>
          <ac:spMkLst>
            <pc:docMk/>
            <pc:sldMk cId="0" sldId="263"/>
            <ac:spMk id="40" creationId="{00000000-0000-0000-0000-000000000000}"/>
          </ac:spMkLst>
        </pc:spChg>
        <pc:spChg chg="del mod">
          <ac:chgData name="" userId="efc2f575c2df7c43" providerId="LiveId" clId="{04A2B168-EABA-439F-960A-3B79C8B38169}" dt="2026-06-02T06:24:30.382" v="19" actId="478"/>
          <ac:spMkLst>
            <pc:docMk/>
            <pc:sldMk cId="0" sldId="263"/>
            <ac:spMk id="41" creationId="{00000000-0000-0000-0000-000000000000}"/>
          </ac:spMkLst>
        </pc:spChg>
        <pc:spChg chg="mod">
          <ac:chgData name="" userId="efc2f575c2df7c43" providerId="LiveId" clId="{04A2B168-EABA-439F-960A-3B79C8B38169}" dt="2026-06-02T06:24:46.611" v="28" actId="20577"/>
          <ac:spMkLst>
            <pc:docMk/>
            <pc:sldMk cId="0" sldId="263"/>
            <ac:spMk id="42" creationId="{00000000-0000-0000-0000-000000000000}"/>
          </ac:spMkLst>
        </pc:spChg>
        <pc:spChg chg="mod">
          <ac:chgData name="" userId="efc2f575c2df7c43" providerId="LiveId" clId="{04A2B168-EABA-439F-960A-3B79C8B38169}" dt="2026-06-02T06:27:43.287" v="342" actId="20577"/>
          <ac:spMkLst>
            <pc:docMk/>
            <pc:sldMk cId="0" sldId="263"/>
            <ac:spMk id="43" creationId="{00000000-0000-0000-0000-000000000000}"/>
          </ac:spMkLst>
        </pc:spChg>
        <pc:spChg chg="add del">
          <ac:chgData name="" userId="efc2f575c2df7c43" providerId="LiveId" clId="{04A2B168-EABA-439F-960A-3B79C8B38169}" dt="2026-06-02T06:27:50.634" v="344" actId="478"/>
          <ac:spMkLst>
            <pc:docMk/>
            <pc:sldMk cId="0" sldId="263"/>
            <ac:spMk id="44" creationId="{814F17D4-8A3D-41CE-BC98-239373ED6D9A}"/>
          </ac:spMkLst>
        </pc:spChg>
        <pc:picChg chg="add mod">
          <ac:chgData name="" userId="efc2f575c2df7c43" providerId="LiveId" clId="{04A2B168-EABA-439F-960A-3B79C8B38169}" dt="2026-06-02T06:28:16.103" v="348" actId="1076"/>
          <ac:picMkLst>
            <pc:docMk/>
            <pc:sldMk cId="0" sldId="263"/>
            <ac:picMk id="45" creationId="{E0B40187-15AF-4BFA-88D4-5E1C826A86C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35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23774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CS112 | OOP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</a:rPr>
              <a:t>Air University, Multan Campus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BCCC"/>
                </a:solidFill>
              </a:rPr>
              <a:t>BSSE-II  |  2nd Semester  |  Spring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Crime Case Tracking &amp;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0392B"/>
                </a:solidFill>
              </a:rPr>
              <a:t>Investigation Report System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0040" y="28346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ABCCC"/>
                </a:solidFill>
              </a:rPr>
              <a:t>A C++ OOP Console Application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3291840"/>
            <a:ext cx="5486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3429000"/>
            <a:ext cx="502920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4930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Team Members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Alishba Razzaq</a:t>
            </a:r>
            <a:r>
              <a:rPr lang="en-US" sz="1400" dirty="0">
                <a:solidFill>
                  <a:srgbClr val="AABCCC"/>
                </a:solidFill>
              </a:rPr>
              <a:t>   —   Roll No. 2510301</a:t>
            </a:r>
            <a:r>
              <a:rPr lang="en-US" sz="1400" dirty="0">
                <a:solidFill>
                  <a:srgbClr val="000000"/>
                </a:solidFill>
              </a:rPr>
              <a:t>
</a:t>
            </a:r>
            <a:r>
              <a:rPr lang="en-US" sz="1400" b="1" dirty="0">
                <a:solidFill>
                  <a:srgbClr val="FFFFFF"/>
                </a:solidFill>
              </a:rPr>
              <a:t>Kashmala Rizwan</a:t>
            </a:r>
            <a:r>
              <a:rPr lang="en-US" sz="1400" dirty="0">
                <a:solidFill>
                  <a:srgbClr val="AABCCC"/>
                </a:solidFill>
              </a:rPr>
              <a:t>   —   Roll No. 2510279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502920"/>
            <a:ext cx="2331720" cy="42976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00584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0" dirty="0">
                <a:solidFill>
                  <a:srgbClr val="C0392B"/>
                </a:solidFill>
              </a:rPr>
              <a:t>⚖</a:t>
            </a:r>
            <a:endParaRPr lang="en-US" sz="7500" dirty="0"/>
          </a:p>
        </p:txBody>
      </p:sp>
      <p:sp>
        <p:nvSpPr>
          <p:cNvPr id="16" name="Text 14"/>
          <p:cNvSpPr/>
          <p:nvPr/>
        </p:nvSpPr>
        <p:spPr>
          <a:xfrm>
            <a:off x="6583680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ABCCC"/>
                </a:solidFill>
              </a:rPr>
              <a:t>LAW ENFORCEMENT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AABCCC"/>
                </a:solidFill>
              </a:rPr>
              <a:t>SIMULATION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TABLE OF CONTENTS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3434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56692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8961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9C12"/>
                </a:solidFill>
              </a:rPr>
              <a:t>Project Introduction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24128" y="12618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</a:rPr>
              <a:t>What, why &amp; the story behind the project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43434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65760" y="1856232"/>
            <a:ext cx="56692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56232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19476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9C12"/>
                </a:solidFill>
              </a:rPr>
              <a:t>Class Structure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24128" y="23134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</a:rPr>
              <a:t>7 classes with roles and responsibilities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43434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07792"/>
            <a:ext cx="56692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07792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29992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9C12"/>
                </a:solidFill>
              </a:rPr>
              <a:t>Scope of Project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24128" y="33649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</a:rPr>
              <a:t>What the system covers and its boundaries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59352"/>
            <a:ext cx="43434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59352"/>
            <a:ext cx="56692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59352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4128" y="4050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9C12"/>
                </a:solidFill>
              </a:rPr>
              <a:t>Functional &amp; Non-Functional Requirements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24128" y="44165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</a:rPr>
              <a:t>System features and quality standards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76800" y="804672"/>
            <a:ext cx="416052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983480" y="804672"/>
            <a:ext cx="56692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804672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41848" y="8961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9C12"/>
                </a:solidFill>
              </a:rPr>
              <a:t>UML Class Diagram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41848" y="12618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</a:rPr>
              <a:t>Inheritance hierarchy and class relationships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83480" y="1856232"/>
            <a:ext cx="40767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983480" y="1856232"/>
            <a:ext cx="56692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856232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41848" y="19476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9C12"/>
                </a:solidFill>
              </a:rPr>
              <a:t>Demo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41848" y="23134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</a:rPr>
              <a:t>Console walkthrough of the running system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83480" y="2907792"/>
            <a:ext cx="40767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983480" y="2907792"/>
            <a:ext cx="56692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907792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41848" y="29992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9C12"/>
                </a:solidFill>
              </a:rPr>
              <a:t>Conclusion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641848" y="33649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</a:rPr>
              <a:t>Summary and what we learned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INTRODUCTION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8503920" cy="1874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109728" cy="1874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595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The Story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188720"/>
            <a:ext cx="822960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</a:rPr>
              <a:t>Every crime needs a record. Every case needs an investigator. Every piece of evidence needs to be logged. But what happens when a department still relies on paper files and manual logs? Cases get lost. Evidence gets mixed up. Reports take days.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</a:rPr>
              <a:t>We built the Crime Case Tracking &amp; Investigation Report System — a C++ console application that brings law enforcement record-keeping into a clean, organized, class-based system.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2724912" cy="2057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871216"/>
            <a:ext cx="2724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🗂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" y="356616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9C12"/>
                </a:solidFill>
              </a:rPr>
              <a:t>The Problem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3913632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DDEE"/>
                </a:solidFill>
              </a:rPr>
              <a:t>Manual paper-based records cause errors, delays and data loss in law enforcement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834640"/>
            <a:ext cx="2724912" cy="2057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2871216"/>
            <a:ext cx="2724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91840" y="356616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9C12"/>
                </a:solidFill>
              </a:rPr>
              <a:t>The Solution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0" y="3913632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DDEE"/>
                </a:solidFill>
              </a:rPr>
              <a:t>A structured OOP system: register cases, link suspects, assign investigators, log evidence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2834640"/>
            <a:ext cx="2724912" cy="2057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2871216"/>
            <a:ext cx="2724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172200" y="356616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9C12"/>
                </a:solidFill>
              </a:rPr>
              <a:t>The Goal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72200" y="3913632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DDEE"/>
                </a:solidFill>
              </a:rPr>
              <a:t>Demonstrate real-world OOP design — inheritance, encapsulation, polymorphism — in one project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CLASS STRUCTURE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9144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595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PersonBase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T1 — Base Class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fullName, nationalID, nationality, contactNumber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5623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56232"/>
            <a:ext cx="9144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1109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CrimeBase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222199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T1 — Base Class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caseID, crimeType, crimeDate, crimeLocation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90779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07792"/>
            <a:ext cx="9144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626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SuspectProfile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32735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T2 — extends PersonBase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47472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suspectCode, criminalRecord, arrestStatus, riskLevel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95935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959352"/>
            <a:ext cx="9144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142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InvestigatorProfile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43251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T2 — extends PersonBase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452628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badgeNumber, rank, department, yearsExperience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80467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804672"/>
            <a:ext cx="9144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8595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CrimeScene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74920" y="11704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T2 — virtual CrimeBase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74920" y="13716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sceneCondition, witnessCount, forensicFound, sceneSecured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185623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1856232"/>
            <a:ext cx="9144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191109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EvidenceRecord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74920" y="222199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T2 — virtual CrimeBase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74920" y="242316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evidenceID, evidenceType, collectedBy, labResult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290779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2907792"/>
            <a:ext cx="91440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29626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CaseInvestigationReport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074920" y="32735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T3 — CrimeScene + EvidenceRecord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74920" y="347472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reportID, verdict, caseStatus, approvedBy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SCOPE OF THE PROJECT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834640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3268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</a:rPr>
              <a:t>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2011680"/>
            <a:ext cx="26151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</a:rPr>
              <a:t>Console-based C++ — no GUI required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834640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93268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46120" y="16642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</a:rPr>
              <a:t>OOP Coverage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2011680"/>
            <a:ext cx="26151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</a:rPr>
              <a:t>Inheritance, encapsulation, polymorphism, virtual functions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822960"/>
            <a:ext cx="2834640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93268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6642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</a:rPr>
              <a:t>Multi-Case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7648" y="2011680"/>
            <a:ext cx="26151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</a:rPr>
              <a:t>Multiple cases with linked suspects, investigators &amp; evidence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834640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99008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74320" y="37216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</a:rPr>
              <a:t>Hybrid Inheritance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4069080"/>
            <a:ext cx="26151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</a:rPr>
              <a:t>Multiple + virtual inheritance without ambiguity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2834640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46120" y="299008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🗃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46120" y="37216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</a:rPr>
              <a:t>In-Memory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5848" y="4069080"/>
            <a:ext cx="26151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</a:rPr>
              <a:t>All data stored in-memory at runtime — no file or DB storage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880360"/>
            <a:ext cx="2834640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299008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17920" y="37216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</a:rPr>
              <a:t>Scalable Design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27648" y="4069080"/>
            <a:ext cx="26151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</a:rPr>
              <a:t>Class structure easily extended with more features later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FUNCTIONAL REQUIREMENTS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896112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9848" y="896112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Register a new crime case with ID, type, date and location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80467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896112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50408" y="896112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Add suspect profiles with criminal record and risk level, linked to a case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5623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" y="1947672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69848" y="1947672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Assign an investigator with badge number, rank and department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85623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1947672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🏚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50408" y="1947672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Record crime scene details including forensic findings and witness count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0779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9768" y="2999232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69848" y="2999232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Log evidence with type, collector name and lab analysis result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90779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10328" y="2999232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50408" y="2999232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Generate a final investigation report combining all case data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95935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9768" y="4050792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69848" y="4050792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All data accessed only through getters and setters (encapsulation)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95935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10328" y="4050792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50408" y="4050792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Simple console menu to navigate between all features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NON-FUNCTIONAL REQUIREMENTS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1280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109728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418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🧹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941832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Memory Safety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31272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</a:rPr>
              <a:t>Virtual destructors in all base classes — no memory leaks in dynamic allocation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804672"/>
            <a:ext cx="4206240" cy="1280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804672"/>
            <a:ext cx="109728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9418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760720" y="941832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Encapsulation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1325880"/>
            <a:ext cx="31272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</a:rPr>
              <a:t>All attributes private or protected — zero public data members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221992"/>
            <a:ext cx="4206240" cy="1280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21992"/>
            <a:ext cx="109728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591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2359152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No Ambiguity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2743200"/>
            <a:ext cx="31272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</a:rPr>
              <a:t>Virtual inheritance resolves the diamond problem in CaseInvestigationReport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221992"/>
            <a:ext cx="4206240" cy="1280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21992"/>
            <a:ext cx="109728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3591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760720" y="2359152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Readability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2743200"/>
            <a:ext cx="31272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</a:rPr>
              <a:t>Clean class design — each class has a single clear responsibility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4206240" cy="1280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39312"/>
            <a:ext cx="109728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7647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80160" y="3776472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Performance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4160520"/>
            <a:ext cx="31272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</a:rPr>
              <a:t>All operations run in-memory — instant response, no I/O delay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639312"/>
            <a:ext cx="4206240" cy="1280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39312"/>
            <a:ext cx="109728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77647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760720" y="3776472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Maintainability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60720" y="4160520"/>
            <a:ext cx="31272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</a:rPr>
              <a:t>Modular class structure — easy to extend or add new classes later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UML CLASS DIAGRAM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685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38928" y="237744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12080" y="2770632"/>
            <a:ext cx="193852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068312" y="237744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41464" y="2770632"/>
            <a:ext cx="193852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91840" y="43891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0B40187-15AF-4BFA-88D4-5E1C826A8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87" y="685800"/>
            <a:ext cx="7275425" cy="43217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DEMO — SYSTEM WALKTHROUGH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5303520" cy="4096512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530352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● ● 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Crime Investigation System — C++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╔══════════════════════════════════════╗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║   CRIME CASE TRACKING SYSTEM v1.0   ║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╚══════════════════════════════════════╝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97510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23113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[1] Register New Crime Case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48716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[2] Add Suspect Profile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74320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[3] Assign Investigator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999232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[4] Record Crime Scene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25526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[5] Log Evidence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51129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[6] Generate Investigation Report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76732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[0] Exit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02336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279392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Enter choice: _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52160" y="804672"/>
            <a:ext cx="29718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0" y="804672"/>
            <a:ext cx="50292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80467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19088" y="841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Launch the program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19088" y="111556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DEE"/>
                </a:solidFill>
              </a:rPr>
              <a:t>Console menu appears with all options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52160" y="1463040"/>
            <a:ext cx="29718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52160" y="1463040"/>
            <a:ext cx="50292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14630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19088" y="149961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Register a Case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19088" y="177393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DEE"/>
                </a:solidFill>
              </a:rPr>
              <a:t>Enter caseID, crime type, date and location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52160" y="2121408"/>
            <a:ext cx="29718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52160" y="2121408"/>
            <a:ext cx="50292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212140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19088" y="21579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Add Suspect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19088" y="2432304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DEE"/>
                </a:solidFill>
              </a:rPr>
              <a:t>Link suspect with risk level and arrest status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52160" y="2779776"/>
            <a:ext cx="29718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852160" y="2779776"/>
            <a:ext cx="50292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277977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19088" y="281635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Assign Investigator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19088" y="309067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DEE"/>
                </a:solidFill>
              </a:rPr>
              <a:t>Set badge number, rank and department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52160" y="3438144"/>
            <a:ext cx="29718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852160" y="3438144"/>
            <a:ext cx="50292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343814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19088" y="34747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Log Evidence &amp; Scene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19088" y="374904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DEE"/>
                </a:solidFill>
              </a:rPr>
              <a:t>Record forensic findings and evidence details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852160" y="4096512"/>
            <a:ext cx="29718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852160" y="4096512"/>
            <a:ext cx="50292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0" y="409651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19088" y="41330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Generate Report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19088" y="440740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DEE"/>
                </a:solidFill>
              </a:rPr>
              <a:t>Full case report with verdict and status printed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850392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109728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595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</a:rPr>
              <a:t>What We Built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170432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CDDEE"/>
                </a:solidFill>
              </a:rPr>
              <a:t>A fully functional C++ console application that simulates a law enforcement record-keeping system. The project covers 7 interconnected classes, hybrid inheritance (multiple + virtual), full encapsulation, and safe dynamic memory management — all applied to a real-world scenario.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40280"/>
            <a:ext cx="20116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402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29443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</a:rPr>
              <a:t>Inheritance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3375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Single, multiple &amp; virtual inheritance used in one project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68880" y="224028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2240280"/>
            <a:ext cx="20116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2402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560320" y="29443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</a:rPr>
              <a:t>Encapsulation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33375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Private/protected data with consistent getter/setter pattern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24028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2240280"/>
            <a:ext cx="20116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2402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🎭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709160" y="29443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</a:rPr>
              <a:t>Polymorphism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3375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Virtual destructors ensuring safe object cleanup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66560" y="224028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2240280"/>
            <a:ext cx="20116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22402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858000" y="29443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</a:rPr>
              <a:t>Design Thinking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33375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</a:rPr>
              <a:t>Mapped a real problem to a clean class-based OOP solution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36576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1A3A5C"/>
                </a:solidFill>
              </a:rPr>
              <a:t>⚖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</a:rPr>
              <a:t>Thank You!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3200400" y="2798064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443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AABCCC"/>
                </a:solidFill>
              </a:rPr>
              <a:t>Crime Case Tracking &amp; Investigation Report System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9C12"/>
                </a:solidFill>
              </a:rPr>
              <a:t>Alishba Razzaq  •  2510301           Kashmala Rizwan  •  2510279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9502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</a:rPr>
              <a:t>BSSE-II  |  CS112  |  2nd Semester  |  Spring 2026  |  Air University, Multan Campus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871</Words>
  <Application>Microsoft Office PowerPoint</Application>
  <PresentationFormat>On-screen Show (16:9)</PresentationFormat>
  <Paragraphs>188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Crime Case Tracking &amp; Investigation Report System</dc:title>
  <dc:subject>PptxGenJS Presentation</dc:subject>
  <dc:creator>PptxGenJS</dc:creator>
  <cp:lastModifiedBy>HT COMPUTERS</cp:lastModifiedBy>
  <cp:revision>1</cp:revision>
  <dcterms:created xsi:type="dcterms:W3CDTF">2026-06-02T02:21:14Z</dcterms:created>
  <dcterms:modified xsi:type="dcterms:W3CDTF">2026-06-02T06:31:33Z</dcterms:modified>
</cp:coreProperties>
</file>